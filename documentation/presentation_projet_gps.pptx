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5"/>
  </p:notesMasterIdLst>
  <p:sldIdLst>
    <p:sldId id="256" r:id="rId2"/>
    <p:sldId id="259" r:id="rId3"/>
    <p:sldId id="258" r:id="rId4"/>
    <p:sldId id="260" r:id="rId5"/>
    <p:sldId id="261" r:id="rId6"/>
    <p:sldId id="262" r:id="rId7"/>
    <p:sldId id="296" r:id="rId8"/>
    <p:sldId id="265" r:id="rId9"/>
    <p:sldId id="297" r:id="rId10"/>
    <p:sldId id="266" r:id="rId11"/>
    <p:sldId id="298" r:id="rId12"/>
    <p:sldId id="269" r:id="rId13"/>
    <p:sldId id="299" r:id="rId14"/>
  </p:sldIdLst>
  <p:sldSz cx="9144000" cy="5143500" type="screen16x9"/>
  <p:notesSz cx="6858000" cy="9144000"/>
  <p:embeddedFontLst>
    <p:embeddedFont>
      <p:font typeface="Actor" panose="020B0604020202020204" charset="0"/>
      <p:regular r:id="rId16"/>
    </p:embeddedFont>
    <p:embeddedFont>
      <p:font typeface="Anaheim" panose="020B0604020202020204" charset="0"/>
      <p:regular r:id="rId17"/>
      <p:bold r:id="rId18"/>
    </p:embeddedFont>
    <p:embeddedFont>
      <p:font typeface="Bell MT" panose="02020503060305020303" pitchFamily="18" charset="0"/>
      <p:regular r:id="rId19"/>
      <p:bold r:id="rId20"/>
      <p:italic r:id="rId21"/>
    </p:embeddedFont>
    <p:embeddedFont>
      <p:font typeface="IBM Plex Mono Medium" panose="020B0609050203000203" pitchFamily="49" charset="0"/>
      <p:regular r:id="rId22"/>
      <p:bold r:id="rId23"/>
      <p:italic r:id="rId24"/>
      <p:boldItalic r:id="rId25"/>
    </p:embeddedFont>
    <p:embeddedFont>
      <p:font typeface="Nunito Light" pitchFamily="2" charset="0"/>
      <p:regular r:id="rId26"/>
      <p:italic r:id="rId27"/>
    </p:embeddedFont>
    <p:embeddedFont>
      <p:font typeface="PT Sans" panose="020B0503020203020204" pitchFamily="34" charset="0"/>
      <p:regular r:id="rId28"/>
      <p:bold r:id="rId29"/>
      <p:italic r:id="rId30"/>
      <p:boldItalic r:id="rId31"/>
    </p:embeddedFont>
    <p:embeddedFont>
      <p:font typeface="Raleway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4450"/>
    <a:srgbClr val="000000"/>
    <a:srgbClr val="052842"/>
    <a:srgbClr val="0647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BCB808-8B06-47E8-9466-7C5D88D322C9}">
  <a:tblStyle styleId="{EEBCB808-8B06-47E8-9466-7C5D88D322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F49366C-F35A-4CB2-AFFD-DC1292EE1DA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84" d="100"/>
          <a:sy n="84" d="100"/>
        </p:scale>
        <p:origin x="1962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611747cc4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611747cc4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763088c48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763088c48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763088c48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763088c48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979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763088c485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763088c485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247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763088c485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2763088c485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9339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763088c485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763088c485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2894587" y="-2900200"/>
            <a:ext cx="9144000" cy="9144000"/>
            <a:chOff x="75" y="-2000250"/>
            <a:chExt cx="9144000" cy="9144000"/>
          </a:xfrm>
        </p:grpSpPr>
        <p:sp>
          <p:nvSpPr>
            <p:cNvPr id="11" name="Google Shape;11;p2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3001875" y="1112550"/>
            <a:ext cx="5429100" cy="20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 b="0"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001875" y="3478300"/>
            <a:ext cx="5429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3"/>
          <p:cNvGrpSpPr/>
          <p:nvPr/>
        </p:nvGrpSpPr>
        <p:grpSpPr>
          <a:xfrm>
            <a:off x="-2578800" y="-2526150"/>
            <a:ext cx="9144000" cy="9144000"/>
            <a:chOff x="75" y="-2000250"/>
            <a:chExt cx="9144000" cy="9144000"/>
          </a:xfrm>
        </p:grpSpPr>
        <p:sp>
          <p:nvSpPr>
            <p:cNvPr id="24" name="Google Shape;24;p3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4596900" y="2111675"/>
            <a:ext cx="3261600" cy="19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4596900" y="1085725"/>
            <a:ext cx="1474500" cy="841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5"/>
          <p:cNvGrpSpPr/>
          <p:nvPr/>
        </p:nvGrpSpPr>
        <p:grpSpPr>
          <a:xfrm>
            <a:off x="3984225" y="67850"/>
            <a:ext cx="9144000" cy="9144000"/>
            <a:chOff x="75" y="-2000250"/>
            <a:chExt cx="9144000" cy="9144000"/>
          </a:xfrm>
        </p:grpSpPr>
        <p:sp>
          <p:nvSpPr>
            <p:cNvPr id="50" name="Google Shape;50;p5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1"/>
          </p:nvPr>
        </p:nvSpPr>
        <p:spPr>
          <a:xfrm>
            <a:off x="3883300" y="2843049"/>
            <a:ext cx="2687400" cy="12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2"/>
          </p:nvPr>
        </p:nvSpPr>
        <p:spPr>
          <a:xfrm>
            <a:off x="948600" y="2843049"/>
            <a:ext cx="2687400" cy="12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3"/>
          </p:nvPr>
        </p:nvSpPr>
        <p:spPr>
          <a:xfrm>
            <a:off x="948600" y="2213400"/>
            <a:ext cx="2687400" cy="4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4"/>
          </p:nvPr>
        </p:nvSpPr>
        <p:spPr>
          <a:xfrm>
            <a:off x="3883301" y="2213400"/>
            <a:ext cx="2687400" cy="4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7"/>
          <p:cNvGrpSpPr/>
          <p:nvPr/>
        </p:nvGrpSpPr>
        <p:grpSpPr>
          <a:xfrm>
            <a:off x="1648675" y="439150"/>
            <a:ext cx="9144000" cy="9144000"/>
            <a:chOff x="75" y="-2000250"/>
            <a:chExt cx="9144000" cy="9144000"/>
          </a:xfrm>
        </p:grpSpPr>
        <p:sp>
          <p:nvSpPr>
            <p:cNvPr id="78" name="Google Shape;78;p7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7"/>
          <p:cNvSpPr txBox="1">
            <a:spLocks noGrp="1"/>
          </p:cNvSpPr>
          <p:nvPr>
            <p:ph type="subTitle" idx="1"/>
          </p:nvPr>
        </p:nvSpPr>
        <p:spPr>
          <a:xfrm>
            <a:off x="720000" y="1701450"/>
            <a:ext cx="4292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7" name="Google Shape;87;p7"/>
          <p:cNvSpPr>
            <a:spLocks noGrp="1"/>
          </p:cNvSpPr>
          <p:nvPr>
            <p:ph type="pic" idx="2"/>
          </p:nvPr>
        </p:nvSpPr>
        <p:spPr>
          <a:xfrm>
            <a:off x="6036475" y="472575"/>
            <a:ext cx="2514900" cy="41985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2400" cy="11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8"/>
          <p:cNvGrpSpPr/>
          <p:nvPr/>
        </p:nvGrpSpPr>
        <p:grpSpPr>
          <a:xfrm>
            <a:off x="4005225" y="-4078400"/>
            <a:ext cx="9144000" cy="9144000"/>
            <a:chOff x="75" y="-2000250"/>
            <a:chExt cx="9144000" cy="9144000"/>
          </a:xfrm>
        </p:grpSpPr>
        <p:sp>
          <p:nvSpPr>
            <p:cNvPr id="92" name="Google Shape;92;p8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9"/>
          <p:cNvGrpSpPr/>
          <p:nvPr/>
        </p:nvGrpSpPr>
        <p:grpSpPr>
          <a:xfrm>
            <a:off x="-3750875" y="-102350"/>
            <a:ext cx="9144000" cy="9144000"/>
            <a:chOff x="75" y="-2000250"/>
            <a:chExt cx="9144000" cy="9144000"/>
          </a:xfrm>
        </p:grpSpPr>
        <p:sp>
          <p:nvSpPr>
            <p:cNvPr id="104" name="Google Shape;104;p9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9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1"/>
          <p:cNvGrpSpPr/>
          <p:nvPr/>
        </p:nvGrpSpPr>
        <p:grpSpPr>
          <a:xfrm>
            <a:off x="0" y="330250"/>
            <a:ext cx="9144000" cy="9144000"/>
            <a:chOff x="75" y="-2000250"/>
            <a:chExt cx="9144000" cy="9144000"/>
          </a:xfrm>
        </p:grpSpPr>
        <p:sp>
          <p:nvSpPr>
            <p:cNvPr id="120" name="Google Shape;120;p11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" name="Google Shape;128;p11"/>
          <p:cNvSpPr txBox="1">
            <a:spLocks noGrp="1"/>
          </p:cNvSpPr>
          <p:nvPr>
            <p:ph type="title" hasCustomPrompt="1"/>
          </p:nvPr>
        </p:nvSpPr>
        <p:spPr>
          <a:xfrm>
            <a:off x="1876950" y="1760975"/>
            <a:ext cx="5390100" cy="104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9" name="Google Shape;129;p11"/>
          <p:cNvSpPr txBox="1">
            <a:spLocks noGrp="1"/>
          </p:cNvSpPr>
          <p:nvPr>
            <p:ph type="subTitle" idx="1"/>
          </p:nvPr>
        </p:nvSpPr>
        <p:spPr>
          <a:xfrm>
            <a:off x="1876950" y="2926825"/>
            <a:ext cx="5390100" cy="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3"/>
          <p:cNvGrpSpPr/>
          <p:nvPr/>
        </p:nvGrpSpPr>
        <p:grpSpPr>
          <a:xfrm>
            <a:off x="2412350" y="-2669525"/>
            <a:ext cx="9144000" cy="9144000"/>
            <a:chOff x="75" y="-2000250"/>
            <a:chExt cx="9144000" cy="9144000"/>
          </a:xfrm>
        </p:grpSpPr>
        <p:sp>
          <p:nvSpPr>
            <p:cNvPr id="134" name="Google Shape;134;p13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title" idx="2" hasCustomPrompt="1"/>
          </p:nvPr>
        </p:nvSpPr>
        <p:spPr>
          <a:xfrm>
            <a:off x="821525" y="1153703"/>
            <a:ext cx="734700" cy="4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1"/>
          </p:nvPr>
        </p:nvSpPr>
        <p:spPr>
          <a:xfrm>
            <a:off x="1732025" y="1153696"/>
            <a:ext cx="28995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title" idx="3" hasCustomPrompt="1"/>
          </p:nvPr>
        </p:nvSpPr>
        <p:spPr>
          <a:xfrm>
            <a:off x="821525" y="1733271"/>
            <a:ext cx="734700" cy="4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4"/>
          </p:nvPr>
        </p:nvSpPr>
        <p:spPr>
          <a:xfrm>
            <a:off x="1732025" y="1733263"/>
            <a:ext cx="28995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title" idx="5" hasCustomPrompt="1"/>
          </p:nvPr>
        </p:nvSpPr>
        <p:spPr>
          <a:xfrm>
            <a:off x="821525" y="2312839"/>
            <a:ext cx="734700" cy="4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6"/>
          </p:nvPr>
        </p:nvSpPr>
        <p:spPr>
          <a:xfrm>
            <a:off x="1732025" y="2312831"/>
            <a:ext cx="28995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title" idx="7" hasCustomPrompt="1"/>
          </p:nvPr>
        </p:nvSpPr>
        <p:spPr>
          <a:xfrm>
            <a:off x="821525" y="2892406"/>
            <a:ext cx="734700" cy="4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" name="Google Shape;150;p13"/>
          <p:cNvSpPr txBox="1">
            <a:spLocks noGrp="1"/>
          </p:cNvSpPr>
          <p:nvPr>
            <p:ph type="subTitle" idx="8"/>
          </p:nvPr>
        </p:nvSpPr>
        <p:spPr>
          <a:xfrm>
            <a:off x="1732025" y="2892399"/>
            <a:ext cx="28995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title" idx="9" hasCustomPrompt="1"/>
          </p:nvPr>
        </p:nvSpPr>
        <p:spPr>
          <a:xfrm>
            <a:off x="821525" y="3471974"/>
            <a:ext cx="734700" cy="4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13"/>
          </p:nvPr>
        </p:nvSpPr>
        <p:spPr>
          <a:xfrm>
            <a:off x="1732025" y="3471966"/>
            <a:ext cx="28995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title" idx="14" hasCustomPrompt="1"/>
          </p:nvPr>
        </p:nvSpPr>
        <p:spPr>
          <a:xfrm>
            <a:off x="821525" y="4051542"/>
            <a:ext cx="734700" cy="42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>
            <a:spLocks noGrp="1"/>
          </p:cNvSpPr>
          <p:nvPr>
            <p:ph type="subTitle" idx="15"/>
          </p:nvPr>
        </p:nvSpPr>
        <p:spPr>
          <a:xfrm>
            <a:off x="1732025" y="4051534"/>
            <a:ext cx="28995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14"/>
          <p:cNvGrpSpPr/>
          <p:nvPr/>
        </p:nvGrpSpPr>
        <p:grpSpPr>
          <a:xfrm>
            <a:off x="-3623225" y="184600"/>
            <a:ext cx="9144000" cy="9144000"/>
            <a:chOff x="75" y="-2000250"/>
            <a:chExt cx="9144000" cy="9144000"/>
          </a:xfrm>
        </p:grpSpPr>
        <p:sp>
          <p:nvSpPr>
            <p:cNvPr id="158" name="Google Shape;158;p14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" name="Google Shape;166;p14"/>
          <p:cNvSpPr txBox="1">
            <a:spLocks noGrp="1"/>
          </p:cNvSpPr>
          <p:nvPr>
            <p:ph type="subTitle" idx="1"/>
          </p:nvPr>
        </p:nvSpPr>
        <p:spPr>
          <a:xfrm>
            <a:off x="4424325" y="1845275"/>
            <a:ext cx="38385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67" name="Google Shape;167;p14"/>
          <p:cNvSpPr txBox="1">
            <a:spLocks noGrp="1"/>
          </p:cNvSpPr>
          <p:nvPr>
            <p:ph type="title"/>
          </p:nvPr>
        </p:nvSpPr>
        <p:spPr>
          <a:xfrm>
            <a:off x="4424325" y="445025"/>
            <a:ext cx="39999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17"/>
          <p:cNvGrpSpPr/>
          <p:nvPr/>
        </p:nvGrpSpPr>
        <p:grpSpPr>
          <a:xfrm>
            <a:off x="4022675" y="-3784900"/>
            <a:ext cx="9144000" cy="9144000"/>
            <a:chOff x="75" y="-2000250"/>
            <a:chExt cx="9144000" cy="9144000"/>
          </a:xfrm>
        </p:grpSpPr>
        <p:sp>
          <p:nvSpPr>
            <p:cNvPr id="202" name="Google Shape;202;p17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7"/>
          <p:cNvSpPr txBox="1">
            <a:spLocks noGrp="1"/>
          </p:cNvSpPr>
          <p:nvPr>
            <p:ph type="subTitle" idx="1"/>
          </p:nvPr>
        </p:nvSpPr>
        <p:spPr>
          <a:xfrm>
            <a:off x="905525" y="2831900"/>
            <a:ext cx="2239500" cy="16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7"/>
          <p:cNvSpPr txBox="1">
            <a:spLocks noGrp="1"/>
          </p:cNvSpPr>
          <p:nvPr>
            <p:ph type="subTitle" idx="2"/>
          </p:nvPr>
        </p:nvSpPr>
        <p:spPr>
          <a:xfrm>
            <a:off x="3452250" y="2831900"/>
            <a:ext cx="2239500" cy="16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7"/>
          <p:cNvSpPr txBox="1">
            <a:spLocks noGrp="1"/>
          </p:cNvSpPr>
          <p:nvPr>
            <p:ph type="subTitle" idx="3"/>
          </p:nvPr>
        </p:nvSpPr>
        <p:spPr>
          <a:xfrm>
            <a:off x="5998975" y="2831900"/>
            <a:ext cx="2239500" cy="16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7"/>
          <p:cNvSpPr txBox="1">
            <a:spLocks noGrp="1"/>
          </p:cNvSpPr>
          <p:nvPr>
            <p:ph type="subTitle" idx="4"/>
          </p:nvPr>
        </p:nvSpPr>
        <p:spPr>
          <a:xfrm>
            <a:off x="905525" y="2136675"/>
            <a:ext cx="2239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5" name="Google Shape;215;p17"/>
          <p:cNvSpPr txBox="1">
            <a:spLocks noGrp="1"/>
          </p:cNvSpPr>
          <p:nvPr>
            <p:ph type="subTitle" idx="5"/>
          </p:nvPr>
        </p:nvSpPr>
        <p:spPr>
          <a:xfrm>
            <a:off x="3452253" y="2136675"/>
            <a:ext cx="2239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6" name="Google Shape;216;p17"/>
          <p:cNvSpPr txBox="1">
            <a:spLocks noGrp="1"/>
          </p:cNvSpPr>
          <p:nvPr>
            <p:ph type="subTitle" idx="6"/>
          </p:nvPr>
        </p:nvSpPr>
        <p:spPr>
          <a:xfrm>
            <a:off x="5998975" y="2136675"/>
            <a:ext cx="22395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22"/>
          <p:cNvGrpSpPr/>
          <p:nvPr/>
        </p:nvGrpSpPr>
        <p:grpSpPr>
          <a:xfrm>
            <a:off x="4248225" y="-2000250"/>
            <a:ext cx="9144000" cy="9144000"/>
            <a:chOff x="75" y="-2000250"/>
            <a:chExt cx="9144000" cy="9144000"/>
          </a:xfrm>
        </p:grpSpPr>
        <p:sp>
          <p:nvSpPr>
            <p:cNvPr id="288" name="Google Shape;288;p22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" name="Google Shape;296;p22"/>
          <p:cNvSpPr txBox="1">
            <a:spLocks noGrp="1"/>
          </p:cNvSpPr>
          <p:nvPr>
            <p:ph type="title" hasCustomPrompt="1"/>
          </p:nvPr>
        </p:nvSpPr>
        <p:spPr>
          <a:xfrm>
            <a:off x="798400" y="2862726"/>
            <a:ext cx="2812500" cy="62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7" name="Google Shape;297;p22"/>
          <p:cNvSpPr txBox="1">
            <a:spLocks noGrp="1"/>
          </p:cNvSpPr>
          <p:nvPr>
            <p:ph type="subTitle" idx="1"/>
          </p:nvPr>
        </p:nvSpPr>
        <p:spPr>
          <a:xfrm>
            <a:off x="798400" y="3557450"/>
            <a:ext cx="28125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title" idx="2" hasCustomPrompt="1"/>
          </p:nvPr>
        </p:nvSpPr>
        <p:spPr>
          <a:xfrm>
            <a:off x="3924110" y="1151675"/>
            <a:ext cx="2812500" cy="62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9" name="Google Shape;299;p22"/>
          <p:cNvSpPr txBox="1">
            <a:spLocks noGrp="1"/>
          </p:cNvSpPr>
          <p:nvPr>
            <p:ph type="subTitle" idx="3"/>
          </p:nvPr>
        </p:nvSpPr>
        <p:spPr>
          <a:xfrm>
            <a:off x="3924110" y="1846452"/>
            <a:ext cx="28125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4" hasCustomPrompt="1"/>
          </p:nvPr>
        </p:nvSpPr>
        <p:spPr>
          <a:xfrm>
            <a:off x="3924110" y="2862726"/>
            <a:ext cx="2812500" cy="62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1" name="Google Shape;301;p22"/>
          <p:cNvSpPr txBox="1">
            <a:spLocks noGrp="1"/>
          </p:cNvSpPr>
          <p:nvPr>
            <p:ph type="subTitle" idx="5"/>
          </p:nvPr>
        </p:nvSpPr>
        <p:spPr>
          <a:xfrm>
            <a:off x="3924110" y="3557450"/>
            <a:ext cx="28125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02" name="Google Shape;302;p22"/>
          <p:cNvSpPr txBox="1">
            <a:spLocks noGrp="1"/>
          </p:cNvSpPr>
          <p:nvPr>
            <p:ph type="title" idx="6" hasCustomPrompt="1"/>
          </p:nvPr>
        </p:nvSpPr>
        <p:spPr>
          <a:xfrm>
            <a:off x="798400" y="1151675"/>
            <a:ext cx="2812500" cy="62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3" name="Google Shape;303;p22"/>
          <p:cNvSpPr txBox="1">
            <a:spLocks noGrp="1"/>
          </p:cNvSpPr>
          <p:nvPr>
            <p:ph type="subTitle" idx="7"/>
          </p:nvPr>
        </p:nvSpPr>
        <p:spPr>
          <a:xfrm>
            <a:off x="798400" y="1846452"/>
            <a:ext cx="28125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p24"/>
          <p:cNvGrpSpPr/>
          <p:nvPr/>
        </p:nvGrpSpPr>
        <p:grpSpPr>
          <a:xfrm>
            <a:off x="4022675" y="-3784900"/>
            <a:ext cx="9144000" cy="9144000"/>
            <a:chOff x="75" y="-2000250"/>
            <a:chExt cx="9144000" cy="9144000"/>
          </a:xfrm>
        </p:grpSpPr>
        <p:sp>
          <p:nvSpPr>
            <p:cNvPr id="321" name="Google Shape;321;p24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25"/>
          <p:cNvGrpSpPr/>
          <p:nvPr/>
        </p:nvGrpSpPr>
        <p:grpSpPr>
          <a:xfrm>
            <a:off x="-3905425" y="32000"/>
            <a:ext cx="9144000" cy="9144000"/>
            <a:chOff x="75" y="-2000250"/>
            <a:chExt cx="9144000" cy="9144000"/>
          </a:xfrm>
        </p:grpSpPr>
        <p:sp>
          <p:nvSpPr>
            <p:cNvPr id="332" name="Google Shape;332;p25"/>
            <p:cNvSpPr/>
            <p:nvPr/>
          </p:nvSpPr>
          <p:spPr>
            <a:xfrm>
              <a:off x="2919050" y="918775"/>
              <a:ext cx="3306000" cy="33060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3835075" y="1834800"/>
              <a:ext cx="1473900" cy="1473900"/>
            </a:xfrm>
            <a:prstGeom prst="ellipse">
              <a:avLst/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3285327" y="1285032"/>
              <a:ext cx="2573400" cy="25734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3342965" y="1342690"/>
              <a:ext cx="2458200" cy="2458200"/>
            </a:xfrm>
            <a:prstGeom prst="donut">
              <a:avLst>
                <a:gd name="adj" fmla="val 127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2711475" y="711250"/>
              <a:ext cx="3721200" cy="3721200"/>
            </a:xfrm>
            <a:prstGeom prst="donut">
              <a:avLst>
                <a:gd name="adj" fmla="val 3066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1588000" y="-412250"/>
              <a:ext cx="5967900" cy="5967900"/>
            </a:xfrm>
            <a:prstGeom prst="donut">
              <a:avLst>
                <a:gd name="adj" fmla="val 8898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1066800" y="-933450"/>
              <a:ext cx="7010400" cy="7010400"/>
            </a:xfrm>
            <a:prstGeom prst="donut">
              <a:avLst>
                <a:gd name="adj" fmla="val 4063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75" y="-2000250"/>
              <a:ext cx="9144000" cy="9144000"/>
            </a:xfrm>
            <a:prstGeom prst="donut">
              <a:avLst>
                <a:gd name="adj" fmla="val 3537"/>
              </a:avLst>
            </a:prstGeom>
            <a:solidFill>
              <a:srgbClr val="00DEC0">
                <a:alpha val="8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0" name="Google Shape;3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425" y="1120075"/>
            <a:ext cx="1251450" cy="402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2125" y="-221375"/>
            <a:ext cx="2570527" cy="2569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Mono Medium"/>
              <a:buNone/>
              <a:defRPr sz="3000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●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○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■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●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○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■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●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○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■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3" r:id="rId12"/>
    <p:sldLayoutId id="2147483668" r:id="rId13"/>
    <p:sldLayoutId id="2147483670" r:id="rId14"/>
    <p:sldLayoutId id="2147483671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"/>
          <p:cNvSpPr txBox="1">
            <a:spLocks noGrp="1"/>
          </p:cNvSpPr>
          <p:nvPr>
            <p:ph type="ctrTitle"/>
          </p:nvPr>
        </p:nvSpPr>
        <p:spPr>
          <a:xfrm>
            <a:off x="2166003" y="2105083"/>
            <a:ext cx="6878157" cy="8630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Projet microcontrôleur:  GPS</a:t>
            </a:r>
            <a:endParaRPr dirty="0"/>
          </a:p>
        </p:txBody>
      </p:sp>
      <p:sp>
        <p:nvSpPr>
          <p:cNvPr id="353" name="Google Shape;353;p29"/>
          <p:cNvSpPr txBox="1">
            <a:spLocks noGrp="1"/>
          </p:cNvSpPr>
          <p:nvPr>
            <p:ph type="subTitle" idx="1"/>
          </p:nvPr>
        </p:nvSpPr>
        <p:spPr>
          <a:xfrm>
            <a:off x="4379187" y="110662"/>
            <a:ext cx="5429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Actor"/>
                <a:ea typeface="Actor"/>
                <a:cs typeface="Actor"/>
                <a:sym typeface="Actor"/>
              </a:rPr>
              <a:t>Par</a:t>
            </a:r>
            <a:r>
              <a:rPr lang="en" dirty="0">
                <a:latin typeface="Actor"/>
                <a:ea typeface="Actor"/>
                <a:cs typeface="Actor"/>
                <a:sym typeface="Actor"/>
              </a:rPr>
              <a:t> SINACER Tedj Elmouk et DAHMOUN Sarah</a:t>
            </a:r>
            <a:endParaRPr dirty="0">
              <a:latin typeface="Actor"/>
              <a:ea typeface="Actor"/>
              <a:cs typeface="Actor"/>
              <a:sym typeface="Actor"/>
            </a:endParaRPr>
          </a:p>
        </p:txBody>
      </p:sp>
      <p:pic>
        <p:nvPicPr>
          <p:cNvPr id="354" name="Google Shape;3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600" y="807000"/>
            <a:ext cx="1729623" cy="172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40" y="1691204"/>
            <a:ext cx="2687474" cy="350347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38A1D65-EA39-8894-2F39-12F8FDA5406C}"/>
              </a:ext>
            </a:extLst>
          </p:cNvPr>
          <p:cNvSpPr txBox="1"/>
          <p:nvPr/>
        </p:nvSpPr>
        <p:spPr>
          <a:xfrm>
            <a:off x="2455333" y="4835723"/>
            <a:ext cx="7080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Instrumentation 1 				Encadré par M. Min Lee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20A5D6B-C7C8-BA66-1D5E-BE1B09B708E2}"/>
              </a:ext>
            </a:extLst>
          </p:cNvPr>
          <p:cNvSpPr txBox="1"/>
          <p:nvPr/>
        </p:nvSpPr>
        <p:spPr>
          <a:xfrm>
            <a:off x="145565" y="4669971"/>
            <a:ext cx="49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2400" cy="11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: </a:t>
            </a:r>
            <a:br>
              <a:rPr lang="en" dirty="0"/>
            </a:br>
            <a:r>
              <a:rPr lang="en" dirty="0"/>
              <a:t>Le GPS</a:t>
            </a:r>
            <a:endParaRPr dirty="0"/>
          </a:p>
        </p:txBody>
      </p:sp>
      <p:sp>
        <p:nvSpPr>
          <p:cNvPr id="389" name="Google Shape;389;p32"/>
          <p:cNvSpPr txBox="1">
            <a:spLocks noGrp="1"/>
          </p:cNvSpPr>
          <p:nvPr>
            <p:ph type="subTitle" idx="1"/>
          </p:nvPr>
        </p:nvSpPr>
        <p:spPr>
          <a:xfrm>
            <a:off x="720000" y="1701450"/>
            <a:ext cx="4292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fr-FR" sz="14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fr-FR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veut afficher des données tel que la date l’heure, la longitude latitude et altitude en partant d’un module </a:t>
            </a:r>
            <a:r>
              <a:rPr lang="fr-FR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gps</a:t>
            </a:r>
            <a:r>
              <a:rPr lang="fr-FR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un pic </a:t>
            </a:r>
            <a:endParaRPr lang="fr-FR" sz="1400" dirty="0"/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fr-FR" sz="1400" dirty="0"/>
          </a:p>
          <a:p>
            <a:pPr marL="0" indent="0">
              <a:lnSpc>
                <a:spcPct val="150000"/>
              </a:lnSpc>
              <a:buSzPts val="1100"/>
              <a:buNone/>
            </a:pPr>
            <a:r>
              <a:rPr lang="fr-FR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Problématique : Comment communiquer avec le module </a:t>
            </a:r>
            <a:r>
              <a:rPr lang="fr-FR" sz="1400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gps</a:t>
            </a:r>
            <a:r>
              <a:rPr lang="fr-FR" sz="1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et  transmettre cette réponse pour  l’afficher  sur la LCD du pic ?</a:t>
            </a:r>
            <a:endParaRPr lang="fr-FR" sz="1400" dirty="0"/>
          </a:p>
        </p:txBody>
      </p:sp>
      <p:pic>
        <p:nvPicPr>
          <p:cNvPr id="6" name="Espace réservé pour une image  5" descr="Antenne parabolique avec un remplissage uni">
            <a:extLst>
              <a:ext uri="{FF2B5EF4-FFF2-40B4-BE49-F238E27FC236}">
                <a16:creationId xmlns:a16="http://schemas.microsoft.com/office/drawing/2014/main" id="{CDE4AA6D-40C5-DCFF-AA05-4D65E431605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0045" r="20045"/>
          <a:stretch>
            <a:fillRect/>
          </a:stretch>
        </p:blipFill>
        <p:spPr/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766D483-634B-FA62-D218-5DBAFCF2B560}"/>
              </a:ext>
            </a:extLst>
          </p:cNvPr>
          <p:cNvSpPr txBox="1"/>
          <p:nvPr/>
        </p:nvSpPr>
        <p:spPr>
          <a:xfrm>
            <a:off x="720000" y="117823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>
              <a:solidFill>
                <a:schemeClr val="tx1"/>
              </a:solidFill>
            </a:endParaRPr>
          </a:p>
          <a:p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200305B-542E-1B79-FB16-1A160E76B9CA}"/>
              </a:ext>
            </a:extLst>
          </p:cNvPr>
          <p:cNvSpPr txBox="1"/>
          <p:nvPr/>
        </p:nvSpPr>
        <p:spPr>
          <a:xfrm>
            <a:off x="145565" y="4669971"/>
            <a:ext cx="49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Sommaire</a:t>
            </a:r>
            <a:endParaRPr dirty="0"/>
          </a:p>
        </p:txBody>
      </p:sp>
      <p:sp>
        <p:nvSpPr>
          <p:cNvPr id="370" name="Google Shape;370;p31"/>
          <p:cNvSpPr txBox="1">
            <a:spLocks noGrp="1"/>
          </p:cNvSpPr>
          <p:nvPr>
            <p:ph type="title" idx="2"/>
          </p:nvPr>
        </p:nvSpPr>
        <p:spPr>
          <a:xfrm>
            <a:off x="821525" y="1153703"/>
            <a:ext cx="7347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1" name="Google Shape;371;p31"/>
          <p:cNvSpPr txBox="1">
            <a:spLocks noGrp="1"/>
          </p:cNvSpPr>
          <p:nvPr>
            <p:ph type="subTitle" idx="1"/>
          </p:nvPr>
        </p:nvSpPr>
        <p:spPr>
          <a:xfrm>
            <a:off x="1732025" y="1153696"/>
            <a:ext cx="4472202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Initialisation de la communication série </a:t>
            </a:r>
            <a:endParaRPr sz="1400" dirty="0"/>
          </a:p>
        </p:txBody>
      </p:sp>
      <p:sp>
        <p:nvSpPr>
          <p:cNvPr id="372" name="Google Shape;372;p31"/>
          <p:cNvSpPr txBox="1">
            <a:spLocks noGrp="1"/>
          </p:cNvSpPr>
          <p:nvPr>
            <p:ph type="title" idx="3"/>
          </p:nvPr>
        </p:nvSpPr>
        <p:spPr>
          <a:xfrm>
            <a:off x="821525" y="1733271"/>
            <a:ext cx="7347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73" name="Google Shape;373;p31"/>
          <p:cNvSpPr txBox="1">
            <a:spLocks noGrp="1"/>
          </p:cNvSpPr>
          <p:nvPr>
            <p:ph type="subTitle" idx="4"/>
          </p:nvPr>
        </p:nvSpPr>
        <p:spPr>
          <a:xfrm>
            <a:off x="1732025" y="1733263"/>
            <a:ext cx="28995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Fonction de communication </a:t>
            </a:r>
            <a:endParaRPr sz="1400" dirty="0"/>
          </a:p>
        </p:txBody>
      </p:sp>
      <p:sp>
        <p:nvSpPr>
          <p:cNvPr id="374" name="Google Shape;374;p31"/>
          <p:cNvSpPr txBox="1">
            <a:spLocks noGrp="1"/>
          </p:cNvSpPr>
          <p:nvPr>
            <p:ph type="title" idx="5"/>
          </p:nvPr>
        </p:nvSpPr>
        <p:spPr>
          <a:xfrm>
            <a:off x="821525" y="2312839"/>
            <a:ext cx="7347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75" name="Google Shape;375;p31"/>
          <p:cNvSpPr txBox="1">
            <a:spLocks noGrp="1"/>
          </p:cNvSpPr>
          <p:nvPr>
            <p:ph type="subTitle" idx="6"/>
          </p:nvPr>
        </p:nvSpPr>
        <p:spPr>
          <a:xfrm>
            <a:off x="1732025" y="2312831"/>
            <a:ext cx="3542708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Module GPS </a:t>
            </a:r>
            <a:endParaRPr sz="1400" dirty="0"/>
          </a:p>
        </p:txBody>
      </p:sp>
      <p:sp>
        <p:nvSpPr>
          <p:cNvPr id="378" name="Google Shape;378;p31"/>
          <p:cNvSpPr txBox="1">
            <a:spLocks noGrp="1"/>
          </p:cNvSpPr>
          <p:nvPr>
            <p:ph type="title" idx="9"/>
          </p:nvPr>
        </p:nvSpPr>
        <p:spPr>
          <a:xfrm>
            <a:off x="821525" y="2894507"/>
            <a:ext cx="7347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79" name="Google Shape;379;p31"/>
          <p:cNvSpPr txBox="1">
            <a:spLocks noGrp="1"/>
          </p:cNvSpPr>
          <p:nvPr>
            <p:ph type="subTitle" idx="13"/>
          </p:nvPr>
        </p:nvSpPr>
        <p:spPr>
          <a:xfrm>
            <a:off x="1732025" y="2894499"/>
            <a:ext cx="2763775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Routine d’interruption </a:t>
            </a:r>
            <a:endParaRPr sz="1400" dirty="0"/>
          </a:p>
        </p:txBody>
      </p:sp>
      <p:sp>
        <p:nvSpPr>
          <p:cNvPr id="380" name="Google Shape;380;p31"/>
          <p:cNvSpPr txBox="1">
            <a:spLocks noGrp="1"/>
          </p:cNvSpPr>
          <p:nvPr>
            <p:ph type="title" idx="14"/>
          </p:nvPr>
        </p:nvSpPr>
        <p:spPr>
          <a:xfrm>
            <a:off x="821525" y="3474075"/>
            <a:ext cx="7347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81" name="Google Shape;381;p31"/>
          <p:cNvSpPr txBox="1">
            <a:spLocks noGrp="1"/>
          </p:cNvSpPr>
          <p:nvPr>
            <p:ph type="subTitle" idx="15"/>
          </p:nvPr>
        </p:nvSpPr>
        <p:spPr>
          <a:xfrm>
            <a:off x="1732025" y="3474067"/>
            <a:ext cx="28995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Conclusion</a:t>
            </a:r>
            <a:endParaRPr sz="1400" dirty="0"/>
          </a:p>
        </p:txBody>
      </p:sp>
      <p:pic>
        <p:nvPicPr>
          <p:cNvPr id="382" name="Google Shape;3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625" y="1120075"/>
            <a:ext cx="1251450" cy="402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9075" y="-221375"/>
            <a:ext cx="2570527" cy="25692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7EFE826-D055-7229-8EAC-D61A5BE0671B}"/>
              </a:ext>
            </a:extLst>
          </p:cNvPr>
          <p:cNvSpPr txBox="1"/>
          <p:nvPr/>
        </p:nvSpPr>
        <p:spPr>
          <a:xfrm>
            <a:off x="145565" y="4669971"/>
            <a:ext cx="49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 txBox="1">
            <a:spLocks noGrp="1"/>
          </p:cNvSpPr>
          <p:nvPr>
            <p:ph type="title"/>
          </p:nvPr>
        </p:nvSpPr>
        <p:spPr>
          <a:xfrm>
            <a:off x="4596900" y="2111675"/>
            <a:ext cx="3507572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/>
              <a:t>Initialisation de la communication série </a:t>
            </a:r>
            <a:endParaRPr sz="2000" dirty="0"/>
          </a:p>
        </p:txBody>
      </p:sp>
      <p:sp>
        <p:nvSpPr>
          <p:cNvPr id="396" name="Google Shape;396;p33"/>
          <p:cNvSpPr txBox="1">
            <a:spLocks noGrp="1"/>
          </p:cNvSpPr>
          <p:nvPr>
            <p:ph type="title" idx="2"/>
          </p:nvPr>
        </p:nvSpPr>
        <p:spPr>
          <a:xfrm>
            <a:off x="4596900" y="1085725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397" name="Google Shape;3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536" y="869060"/>
            <a:ext cx="897325" cy="415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7879" y="-39176"/>
            <a:ext cx="62033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8388" y="359150"/>
            <a:ext cx="1729623" cy="172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6535" y="1702550"/>
            <a:ext cx="482691" cy="329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9251" y="1702550"/>
            <a:ext cx="1297475" cy="12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40939" y="143375"/>
            <a:ext cx="1297475" cy="129682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8795549-575B-5843-EE37-A34F3B22CCA5}"/>
              </a:ext>
            </a:extLst>
          </p:cNvPr>
          <p:cNvSpPr txBox="1"/>
          <p:nvPr/>
        </p:nvSpPr>
        <p:spPr>
          <a:xfrm>
            <a:off x="145565" y="4669971"/>
            <a:ext cx="49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733812" y="1695832"/>
            <a:ext cx="2687474" cy="3503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 descr="Une image contenant texte, diagramme, ligne, Plan&#10;&#10;Description générée automatiquement">
            <a:extLst>
              <a:ext uri="{FF2B5EF4-FFF2-40B4-BE49-F238E27FC236}">
                <a16:creationId xmlns:a16="http://schemas.microsoft.com/office/drawing/2014/main" id="{AB5F2B12-635B-F19E-ECDD-6E6EA331C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91" y="875367"/>
            <a:ext cx="5509067" cy="3392763"/>
          </a:xfrm>
          <a:prstGeom prst="rect">
            <a:avLst/>
          </a:prstGeom>
          <a:ln w="228600" cap="sq" cmpd="thickThin">
            <a:solidFill>
              <a:schemeClr val="bg1">
                <a:lumMod val="90000"/>
                <a:lumOff val="1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6E3E663E-647B-068E-0995-71D9DE1011D0}"/>
              </a:ext>
            </a:extLst>
          </p:cNvPr>
          <p:cNvSpPr txBox="1"/>
          <p:nvPr/>
        </p:nvSpPr>
        <p:spPr>
          <a:xfrm>
            <a:off x="3447553" y="3960354"/>
            <a:ext cx="1809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Module GPS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868DC3D-D3C2-0E66-F7A0-943FE82BD78C}"/>
              </a:ext>
            </a:extLst>
          </p:cNvPr>
          <p:cNvSpPr txBox="1"/>
          <p:nvPr/>
        </p:nvSpPr>
        <p:spPr>
          <a:xfrm>
            <a:off x="899649" y="3960353"/>
            <a:ext cx="1809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PIC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E80B97E-1673-D7B3-F5A4-8293E79A4697}"/>
              </a:ext>
            </a:extLst>
          </p:cNvPr>
          <p:cNvSpPr txBox="1"/>
          <p:nvPr/>
        </p:nvSpPr>
        <p:spPr>
          <a:xfrm>
            <a:off x="169384" y="168557"/>
            <a:ext cx="656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dirty="0">
                <a:solidFill>
                  <a:schemeClr val="tx1"/>
                </a:solidFill>
              </a:rPr>
              <a:t>Branchements</a:t>
            </a:r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01F8008-B420-7FA2-A9D9-F827D4BDA5E4}"/>
              </a:ext>
            </a:extLst>
          </p:cNvPr>
          <p:cNvSpPr txBox="1"/>
          <p:nvPr/>
        </p:nvSpPr>
        <p:spPr>
          <a:xfrm>
            <a:off x="145565" y="4669971"/>
            <a:ext cx="49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"/>
          <p:cNvSpPr txBox="1">
            <a:spLocks noGrp="1"/>
          </p:cNvSpPr>
          <p:nvPr>
            <p:ph type="title"/>
          </p:nvPr>
        </p:nvSpPr>
        <p:spPr>
          <a:xfrm>
            <a:off x="229112" y="2037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+mn-lt"/>
              </a:rPr>
              <a:t>Fonctions :  </a:t>
            </a:r>
            <a:r>
              <a:rPr lang="fr-FR" sz="1400" dirty="0" err="1">
                <a:latin typeface="+mn-lt"/>
              </a:rPr>
              <a:t>void</a:t>
            </a:r>
            <a:r>
              <a:rPr lang="fr-FR" sz="1400" dirty="0">
                <a:latin typeface="+mn-lt"/>
              </a:rPr>
              <a:t> </a:t>
            </a:r>
            <a:r>
              <a:rPr lang="fr-FR" sz="1400" dirty="0" err="1">
                <a:latin typeface="+mn-lt"/>
              </a:rPr>
              <a:t>init_liaison_serie</a:t>
            </a:r>
            <a:r>
              <a:rPr lang="fr-FR" sz="1400" dirty="0">
                <a:latin typeface="+mn-lt"/>
              </a:rPr>
              <a:t>(</a:t>
            </a:r>
            <a:r>
              <a:rPr lang="fr-FR" sz="1400" dirty="0" err="1">
                <a:latin typeface="+mn-lt"/>
              </a:rPr>
              <a:t>void</a:t>
            </a:r>
            <a:r>
              <a:rPr lang="fr-FR" sz="1400" dirty="0">
                <a:latin typeface="+mn-lt"/>
              </a:rPr>
              <a:t>)</a:t>
            </a:r>
            <a:endParaRPr sz="1400" dirty="0">
              <a:latin typeface="+mn-lt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CBD59D72-6E3E-2F07-E25E-B98F2646AEAB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081112" y="1640235"/>
            <a:ext cx="3348366" cy="1716576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200000"/>
              </a:lnSpc>
            </a:pPr>
            <a:r>
              <a:rPr lang="fr-FR" dirty="0"/>
              <a:t>Des bits qu’on a initialisés pour avoir :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fr-FR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ode high speed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Mode asynchrone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Utilisation de 8 bits</a:t>
            </a:r>
          </a:p>
          <a:p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A3D7FD-E823-5C14-3363-593F237C3A97}"/>
              </a:ext>
            </a:extLst>
          </p:cNvPr>
          <p:cNvSpPr/>
          <p:nvPr/>
        </p:nvSpPr>
        <p:spPr>
          <a:xfrm>
            <a:off x="1336129" y="1704623"/>
            <a:ext cx="1135782" cy="393542"/>
          </a:xfrm>
          <a:prstGeom prst="rect">
            <a:avLst/>
          </a:prstGeom>
          <a:solidFill>
            <a:srgbClr val="05284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TXSTA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5A9A02-D04F-1C04-CD7D-3FEA07C4C624}"/>
              </a:ext>
            </a:extLst>
          </p:cNvPr>
          <p:cNvSpPr/>
          <p:nvPr/>
        </p:nvSpPr>
        <p:spPr>
          <a:xfrm>
            <a:off x="1336129" y="2848565"/>
            <a:ext cx="1135783" cy="393542"/>
          </a:xfrm>
          <a:prstGeom prst="rect">
            <a:avLst/>
          </a:prstGeom>
          <a:solidFill>
            <a:srgbClr val="05284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RCSTA</a:t>
            </a:r>
            <a:r>
              <a:rPr lang="fr-FR" dirty="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14" name="Graphique 13" descr="Loupe contour">
            <a:extLst>
              <a:ext uri="{FF2B5EF4-FFF2-40B4-BE49-F238E27FC236}">
                <a16:creationId xmlns:a16="http://schemas.microsoft.com/office/drawing/2014/main" id="{F6924797-F7AB-BD9A-7475-562E8D2B4D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7458091">
            <a:off x="3253300" y="3143327"/>
            <a:ext cx="914400" cy="914400"/>
          </a:xfrm>
          <a:prstGeom prst="rect">
            <a:avLst/>
          </a:prstGeom>
        </p:spPr>
      </p:pic>
      <p:pic>
        <p:nvPicPr>
          <p:cNvPr id="15" name="Graphique 14" descr="Loupe contour">
            <a:extLst>
              <a:ext uri="{FF2B5EF4-FFF2-40B4-BE49-F238E27FC236}">
                <a16:creationId xmlns:a16="http://schemas.microsoft.com/office/drawing/2014/main" id="{92779446-0833-265C-E0F4-51C7DC4AF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328090">
            <a:off x="3176348" y="981707"/>
            <a:ext cx="914400" cy="914400"/>
          </a:xfrm>
          <a:prstGeom prst="rect">
            <a:avLst/>
          </a:prstGeom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C0431FC-CAB9-7818-2AEA-3687D5959DEA}"/>
              </a:ext>
            </a:extLst>
          </p:cNvPr>
          <p:cNvCxnSpPr>
            <a:cxnSpLocks/>
          </p:cNvCxnSpPr>
          <p:nvPr/>
        </p:nvCxnSpPr>
        <p:spPr>
          <a:xfrm flipV="1">
            <a:off x="2404533" y="1312333"/>
            <a:ext cx="821267" cy="42737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43845A81-5D3A-2CB3-0FA3-6E79A305463C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471911" y="1629864"/>
            <a:ext cx="975834" cy="27153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31938C5-D57B-80ED-2905-8E942B599CC2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471912" y="3045336"/>
            <a:ext cx="1101021" cy="352807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F3440003-01F8-0C9E-9119-079420386EDD}"/>
              </a:ext>
            </a:extLst>
          </p:cNvPr>
          <p:cNvCxnSpPr>
            <a:cxnSpLocks/>
          </p:cNvCxnSpPr>
          <p:nvPr/>
        </p:nvCxnSpPr>
        <p:spPr>
          <a:xfrm>
            <a:off x="2404533" y="3249586"/>
            <a:ext cx="1007534" cy="620275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97BF4820-1009-8B74-47F5-8A696463DD5F}"/>
              </a:ext>
            </a:extLst>
          </p:cNvPr>
          <p:cNvSpPr txBox="1"/>
          <p:nvPr/>
        </p:nvSpPr>
        <p:spPr>
          <a:xfrm>
            <a:off x="145565" y="4678438"/>
            <a:ext cx="49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 txBox="1">
            <a:spLocks noGrp="1"/>
          </p:cNvSpPr>
          <p:nvPr>
            <p:ph type="title"/>
          </p:nvPr>
        </p:nvSpPr>
        <p:spPr>
          <a:xfrm>
            <a:off x="3901451" y="517234"/>
            <a:ext cx="3507572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/>
              <a:t>Fonction de communication </a:t>
            </a:r>
          </a:p>
        </p:txBody>
      </p:sp>
      <p:sp>
        <p:nvSpPr>
          <p:cNvPr id="396" name="Google Shape;396;p33"/>
          <p:cNvSpPr txBox="1">
            <a:spLocks noGrp="1"/>
          </p:cNvSpPr>
          <p:nvPr>
            <p:ph type="title" idx="2"/>
          </p:nvPr>
        </p:nvSpPr>
        <p:spPr>
          <a:xfrm>
            <a:off x="2426951" y="512424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397" name="Google Shape;3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0038" y="2801075"/>
            <a:ext cx="897325" cy="415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7298" y="1354225"/>
            <a:ext cx="62033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3888" y="2028124"/>
            <a:ext cx="1729623" cy="172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1200" y="1655971"/>
            <a:ext cx="482691" cy="329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3963" y="1109222"/>
            <a:ext cx="1297475" cy="12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18727" y="705814"/>
            <a:ext cx="1297475" cy="129682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BF6CA29-A8AA-4B8B-A367-16183E7C70A4}"/>
              </a:ext>
            </a:extLst>
          </p:cNvPr>
          <p:cNvSpPr txBox="1"/>
          <p:nvPr/>
        </p:nvSpPr>
        <p:spPr>
          <a:xfrm>
            <a:off x="145565" y="4669971"/>
            <a:ext cx="49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9807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86C7161-415E-0705-97E6-9D033EC95C72}"/>
              </a:ext>
            </a:extLst>
          </p:cNvPr>
          <p:cNvSpPr/>
          <p:nvPr/>
        </p:nvSpPr>
        <p:spPr>
          <a:xfrm>
            <a:off x="1112072" y="4281627"/>
            <a:ext cx="1135782" cy="393542"/>
          </a:xfrm>
          <a:prstGeom prst="rect">
            <a:avLst/>
          </a:prstGeom>
          <a:solidFill>
            <a:srgbClr val="05284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TXREG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39BE54-95F2-8534-2D25-B81B9D210655}"/>
              </a:ext>
            </a:extLst>
          </p:cNvPr>
          <p:cNvSpPr/>
          <p:nvPr/>
        </p:nvSpPr>
        <p:spPr>
          <a:xfrm>
            <a:off x="1112072" y="2362279"/>
            <a:ext cx="1135782" cy="393542"/>
          </a:xfrm>
          <a:prstGeom prst="rect">
            <a:avLst/>
          </a:prstGeom>
          <a:solidFill>
            <a:srgbClr val="05284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TXIF</a:t>
            </a:r>
          </a:p>
        </p:txBody>
      </p:sp>
      <p:cxnSp>
        <p:nvCxnSpPr>
          <p:cNvPr id="17" name="Connecteur : en arc 16">
            <a:extLst>
              <a:ext uri="{FF2B5EF4-FFF2-40B4-BE49-F238E27FC236}">
                <a16:creationId xmlns:a16="http://schemas.microsoft.com/office/drawing/2014/main" id="{29015240-F9B7-6574-38E8-9BFEC11790D8}"/>
              </a:ext>
            </a:extLst>
          </p:cNvPr>
          <p:cNvCxnSpPr>
            <a:cxnSpLocks/>
            <a:stCxn id="15" idx="1"/>
            <a:endCxn id="15" idx="3"/>
          </p:cNvCxnSpPr>
          <p:nvPr/>
        </p:nvCxnSpPr>
        <p:spPr>
          <a:xfrm rot="10800000" flipH="1">
            <a:off x="1112072" y="2559050"/>
            <a:ext cx="1135782" cy="12700"/>
          </a:xfrm>
          <a:prstGeom prst="curvedConnector5">
            <a:avLst>
              <a:gd name="adj1" fmla="val -20127"/>
              <a:gd name="adj2" fmla="val 6349378"/>
              <a:gd name="adj3" fmla="val 12012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0F47FB63-620C-36AA-5623-AE33E97DD0F0}"/>
              </a:ext>
            </a:extLst>
          </p:cNvPr>
          <p:cNvSpPr txBox="1"/>
          <p:nvPr/>
        </p:nvSpPr>
        <p:spPr>
          <a:xfrm>
            <a:off x="1494677" y="1380547"/>
            <a:ext cx="575733" cy="313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CDC7FB47-BD10-E435-F656-B13D72253A0F}"/>
              </a:ext>
            </a:extLst>
          </p:cNvPr>
          <p:cNvCxnSpPr>
            <a:stCxn id="15" idx="2"/>
            <a:endCxn id="13" idx="0"/>
          </p:cNvCxnSpPr>
          <p:nvPr/>
        </p:nvCxnSpPr>
        <p:spPr>
          <a:xfrm>
            <a:off x="1679963" y="2755821"/>
            <a:ext cx="0" cy="15258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3CD67025-3CDF-E504-1846-7DC44C4450B1}"/>
              </a:ext>
            </a:extLst>
          </p:cNvPr>
          <p:cNvSpPr txBox="1"/>
          <p:nvPr/>
        </p:nvSpPr>
        <p:spPr>
          <a:xfrm>
            <a:off x="1765610" y="303953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	</a:t>
            </a:r>
            <a:r>
              <a:rPr lang="fr-FR" dirty="0">
                <a:solidFill>
                  <a:schemeClr val="tx1"/>
                </a:solidFill>
              </a:rPr>
              <a:t>0 </a:t>
            </a:r>
            <a:endParaRPr lang="fr-FR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23D600E-E61C-C758-A042-A6A716AC6618}"/>
              </a:ext>
            </a:extLst>
          </p:cNvPr>
          <p:cNvSpPr txBox="1"/>
          <p:nvPr/>
        </p:nvSpPr>
        <p:spPr>
          <a:xfrm>
            <a:off x="1112071" y="4692727"/>
            <a:ext cx="1135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= caractère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DCDF74-C896-A0E1-D24A-E454AAA3FAEF}"/>
              </a:ext>
            </a:extLst>
          </p:cNvPr>
          <p:cNvSpPr/>
          <p:nvPr/>
        </p:nvSpPr>
        <p:spPr>
          <a:xfrm>
            <a:off x="5751806" y="3103124"/>
            <a:ext cx="1135782" cy="393542"/>
          </a:xfrm>
          <a:prstGeom prst="rect">
            <a:avLst/>
          </a:prstGeom>
          <a:solidFill>
            <a:srgbClr val="05284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RCREG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7F06A89-E94F-DF3B-0124-A50FC55C4371}"/>
              </a:ext>
            </a:extLst>
          </p:cNvPr>
          <p:cNvSpPr/>
          <p:nvPr/>
        </p:nvSpPr>
        <p:spPr>
          <a:xfrm>
            <a:off x="5751806" y="1183776"/>
            <a:ext cx="1135782" cy="393542"/>
          </a:xfrm>
          <a:prstGeom prst="rect">
            <a:avLst/>
          </a:prstGeom>
          <a:solidFill>
            <a:srgbClr val="05284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RCIF</a:t>
            </a:r>
          </a:p>
        </p:txBody>
      </p:sp>
      <p:cxnSp>
        <p:nvCxnSpPr>
          <p:cNvPr id="33" name="Connecteur : en arc 32">
            <a:extLst>
              <a:ext uri="{FF2B5EF4-FFF2-40B4-BE49-F238E27FC236}">
                <a16:creationId xmlns:a16="http://schemas.microsoft.com/office/drawing/2014/main" id="{6E0928C8-770B-9B42-1D2A-AC1026DFB0B4}"/>
              </a:ext>
            </a:extLst>
          </p:cNvPr>
          <p:cNvCxnSpPr>
            <a:cxnSpLocks/>
            <a:stCxn id="32" idx="1"/>
            <a:endCxn id="32" idx="3"/>
          </p:cNvCxnSpPr>
          <p:nvPr/>
        </p:nvCxnSpPr>
        <p:spPr>
          <a:xfrm rot="10800000" flipH="1">
            <a:off x="5751806" y="1380547"/>
            <a:ext cx="1135782" cy="12700"/>
          </a:xfrm>
          <a:prstGeom prst="curvedConnector5">
            <a:avLst>
              <a:gd name="adj1" fmla="val -20127"/>
              <a:gd name="adj2" fmla="val 6349378"/>
              <a:gd name="adj3" fmla="val 12012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2C4AC5D3-BA7E-C32C-B334-42028EC111B0}"/>
              </a:ext>
            </a:extLst>
          </p:cNvPr>
          <p:cNvSpPr txBox="1"/>
          <p:nvPr/>
        </p:nvSpPr>
        <p:spPr>
          <a:xfrm>
            <a:off x="6134411" y="202044"/>
            <a:ext cx="575733" cy="313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238BAFA2-65D8-7DEF-13A4-9613F35EF86A}"/>
              </a:ext>
            </a:extLst>
          </p:cNvPr>
          <p:cNvCxnSpPr>
            <a:stCxn id="32" idx="2"/>
            <a:endCxn id="31" idx="0"/>
          </p:cNvCxnSpPr>
          <p:nvPr/>
        </p:nvCxnSpPr>
        <p:spPr>
          <a:xfrm>
            <a:off x="6319697" y="1577318"/>
            <a:ext cx="0" cy="15258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01EEA794-34D8-7135-122B-B5FF32AD3B4D}"/>
              </a:ext>
            </a:extLst>
          </p:cNvPr>
          <p:cNvSpPr txBox="1"/>
          <p:nvPr/>
        </p:nvSpPr>
        <p:spPr>
          <a:xfrm>
            <a:off x="6405344" y="1861027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	</a:t>
            </a:r>
            <a:r>
              <a:rPr lang="fr-FR" dirty="0">
                <a:solidFill>
                  <a:schemeClr val="tx1"/>
                </a:solidFill>
              </a:rPr>
              <a:t>0 </a:t>
            </a:r>
            <a:endParaRPr lang="fr-FR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B4AE1D2-A0C4-2163-F92B-D3A234BDA078}"/>
              </a:ext>
            </a:extLst>
          </p:cNvPr>
          <p:cNvSpPr txBox="1"/>
          <p:nvPr/>
        </p:nvSpPr>
        <p:spPr>
          <a:xfrm>
            <a:off x="5056560" y="3188889"/>
            <a:ext cx="1135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return</a:t>
            </a:r>
          </a:p>
        </p:txBody>
      </p: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E65CA811-8827-1076-C41D-67025C080EFE}"/>
              </a:ext>
            </a:extLst>
          </p:cNvPr>
          <p:cNvCxnSpPr>
            <a:cxnSpLocks/>
          </p:cNvCxnSpPr>
          <p:nvPr/>
        </p:nvCxnSpPr>
        <p:spPr>
          <a:xfrm>
            <a:off x="4205010" y="0"/>
            <a:ext cx="30172" cy="51435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F656005-D5CD-22F8-874F-E41755F7E58E}"/>
              </a:ext>
            </a:extLst>
          </p:cNvPr>
          <p:cNvSpPr txBox="1"/>
          <p:nvPr/>
        </p:nvSpPr>
        <p:spPr>
          <a:xfrm>
            <a:off x="1220549" y="558193"/>
            <a:ext cx="2069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i="1" dirty="0" err="1">
                <a:solidFill>
                  <a:schemeClr val="tx1"/>
                </a:solidFill>
              </a:rPr>
              <a:t>emet_car</a:t>
            </a:r>
            <a:endParaRPr lang="fr-FR" sz="1800" i="1" dirty="0">
              <a:solidFill>
                <a:schemeClr val="tx1"/>
              </a:solidFill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BC5FCF80-59AA-0C39-72A2-CD9075AB50DD}"/>
              </a:ext>
            </a:extLst>
          </p:cNvPr>
          <p:cNvSpPr txBox="1"/>
          <p:nvPr/>
        </p:nvSpPr>
        <p:spPr>
          <a:xfrm>
            <a:off x="5795434" y="4334390"/>
            <a:ext cx="6697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i="1" dirty="0" err="1">
                <a:solidFill>
                  <a:schemeClr val="tx1"/>
                </a:solidFill>
              </a:rPr>
              <a:t>recoit_car</a:t>
            </a:r>
            <a:endParaRPr lang="fr-FR" sz="1800" i="1" dirty="0">
              <a:solidFill>
                <a:schemeClr val="tx1"/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25436FAE-DABC-2CA2-8049-92BB4B08536D}"/>
              </a:ext>
            </a:extLst>
          </p:cNvPr>
          <p:cNvSpPr txBox="1"/>
          <p:nvPr/>
        </p:nvSpPr>
        <p:spPr>
          <a:xfrm>
            <a:off x="145565" y="4669971"/>
            <a:ext cx="49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 txBox="1">
            <a:spLocks noGrp="1"/>
          </p:cNvSpPr>
          <p:nvPr>
            <p:ph type="title"/>
          </p:nvPr>
        </p:nvSpPr>
        <p:spPr>
          <a:xfrm>
            <a:off x="960965" y="1851130"/>
            <a:ext cx="3507572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/>
              <a:t>Module GPS</a:t>
            </a:r>
            <a:endParaRPr sz="2000" dirty="0"/>
          </a:p>
        </p:txBody>
      </p:sp>
      <p:sp>
        <p:nvSpPr>
          <p:cNvPr id="396" name="Google Shape;396;p33"/>
          <p:cNvSpPr txBox="1">
            <a:spLocks noGrp="1"/>
          </p:cNvSpPr>
          <p:nvPr>
            <p:ph type="title" idx="2"/>
          </p:nvPr>
        </p:nvSpPr>
        <p:spPr>
          <a:xfrm>
            <a:off x="963793" y="326632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397" name="Google Shape;3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010" y="1552461"/>
            <a:ext cx="897325" cy="415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1353" y="644225"/>
            <a:ext cx="62033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0668" y="717987"/>
            <a:ext cx="1729623" cy="172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0009" y="2385951"/>
            <a:ext cx="482691" cy="329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72616" y="1737540"/>
            <a:ext cx="1297475" cy="12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92782" y="69576"/>
            <a:ext cx="1297475" cy="129682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F1938CE-5C9F-F585-45DF-955C2B391720}"/>
              </a:ext>
            </a:extLst>
          </p:cNvPr>
          <p:cNvSpPr txBox="1"/>
          <p:nvPr/>
        </p:nvSpPr>
        <p:spPr>
          <a:xfrm>
            <a:off x="145565" y="4669971"/>
            <a:ext cx="49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39243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9"/>
          <p:cNvSpPr txBox="1">
            <a:spLocks noGrp="1"/>
          </p:cNvSpPr>
          <p:nvPr>
            <p:ph type="title"/>
          </p:nvPr>
        </p:nvSpPr>
        <p:spPr>
          <a:xfrm>
            <a:off x="-927854" y="192250"/>
            <a:ext cx="5390100" cy="104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/>
              <a:t>init_gps_mode_smart</a:t>
            </a:r>
            <a:endParaRPr sz="1800" dirty="0"/>
          </a:p>
        </p:txBody>
      </p:sp>
      <p:sp>
        <p:nvSpPr>
          <p:cNvPr id="503" name="Google Shape;503;p39"/>
          <p:cNvSpPr txBox="1">
            <a:spLocks noGrp="1"/>
          </p:cNvSpPr>
          <p:nvPr>
            <p:ph type="subTitle" idx="1"/>
          </p:nvPr>
        </p:nvSpPr>
        <p:spPr>
          <a:xfrm>
            <a:off x="-927854" y="1516249"/>
            <a:ext cx="5390100" cy="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Configuration : 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fr-FR" dirty="0"/>
              <a:t>SIO et RAW en sortie 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fr-F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Initialisation :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fr-FR" dirty="0"/>
              <a:t>RC4 = 0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fr-FR" dirty="0"/>
              <a:t>RC5 = 1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fr-FR" dirty="0"/>
          </a:p>
          <a:p>
            <a:pPr marL="457200" lvl="1" indent="0"/>
            <a:endParaRPr dirty="0"/>
          </a:p>
        </p:txBody>
      </p:sp>
      <p:pic>
        <p:nvPicPr>
          <p:cNvPr id="504" name="Google Shape;50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2399" y="779715"/>
            <a:ext cx="979201" cy="4620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7187" y="-85097"/>
            <a:ext cx="1729623" cy="17296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2;p39">
            <a:extLst>
              <a:ext uri="{FF2B5EF4-FFF2-40B4-BE49-F238E27FC236}">
                <a16:creationId xmlns:a16="http://schemas.microsoft.com/office/drawing/2014/main" id="{E61A5910-3B4F-B727-0EFC-3D68774A78B0}"/>
              </a:ext>
            </a:extLst>
          </p:cNvPr>
          <p:cNvSpPr txBox="1">
            <a:spLocks/>
          </p:cNvSpPr>
          <p:nvPr/>
        </p:nvSpPr>
        <p:spPr>
          <a:xfrm>
            <a:off x="4359882" y="192250"/>
            <a:ext cx="5390100" cy="10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IBM Plex Mono Medium"/>
              <a:buNone/>
              <a:defRPr sz="6000" b="0" i="0" u="none" strike="noStrike" cap="none">
                <a:solidFill>
                  <a:schemeClr val="dk1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fr-FR" sz="1800" dirty="0" err="1"/>
              <a:t>request_gps</a:t>
            </a:r>
            <a:endParaRPr lang="fr-FR" sz="1800" dirty="0"/>
          </a:p>
        </p:txBody>
      </p:sp>
      <p:sp>
        <p:nvSpPr>
          <p:cNvPr id="3" name="Google Shape;503;p39">
            <a:extLst>
              <a:ext uri="{FF2B5EF4-FFF2-40B4-BE49-F238E27FC236}">
                <a16:creationId xmlns:a16="http://schemas.microsoft.com/office/drawing/2014/main" id="{11BFD40D-A8E2-6232-56A5-E0E2C43E5C3A}"/>
              </a:ext>
            </a:extLst>
          </p:cNvPr>
          <p:cNvSpPr txBox="1">
            <a:spLocks/>
          </p:cNvSpPr>
          <p:nvPr/>
        </p:nvSpPr>
        <p:spPr>
          <a:xfrm>
            <a:off x="4221089" y="1644526"/>
            <a:ext cx="5390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ctor"/>
              <a:buNone/>
              <a:defRPr sz="16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ctor"/>
              <a:buNone/>
              <a:defRPr sz="16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ctor"/>
              <a:buNone/>
              <a:defRPr sz="16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ctor"/>
              <a:buNone/>
              <a:defRPr sz="16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ctor"/>
              <a:buNone/>
              <a:defRPr sz="16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ctor"/>
              <a:buNone/>
              <a:defRPr sz="16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ctor"/>
              <a:buNone/>
              <a:defRPr sz="16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ctor"/>
              <a:buNone/>
              <a:defRPr sz="16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ctor"/>
              <a:buNone/>
              <a:defRPr sz="16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marL="0" indent="0"/>
            <a:endParaRPr lang="fr-FR" dirty="0"/>
          </a:p>
          <a:p>
            <a:pPr marL="457200" lvl="1" indent="0"/>
            <a:endParaRPr lang="fr-FR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4D9B0A1-0072-78CF-D043-C2255BC01CEC}"/>
              </a:ext>
            </a:extLst>
          </p:cNvPr>
          <p:cNvSpPr/>
          <p:nvPr/>
        </p:nvSpPr>
        <p:spPr>
          <a:xfrm>
            <a:off x="6539593" y="1516249"/>
            <a:ext cx="979201" cy="9738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PIC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1340701-1522-B497-7F07-22A6815E7F74}"/>
              </a:ext>
            </a:extLst>
          </p:cNvPr>
          <p:cNvSpPr/>
          <p:nvPr/>
        </p:nvSpPr>
        <p:spPr>
          <a:xfrm>
            <a:off x="6539593" y="3653294"/>
            <a:ext cx="979201" cy="9738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/>
              <a:t>Module</a:t>
            </a:r>
          </a:p>
          <a:p>
            <a:pPr algn="ctr"/>
            <a:r>
              <a:rPr lang="fr-FR" sz="1200" dirty="0"/>
              <a:t>GPS</a:t>
            </a:r>
          </a:p>
        </p:txBody>
      </p:sp>
      <p:cxnSp>
        <p:nvCxnSpPr>
          <p:cNvPr id="7" name="Connecteur : en arc 6">
            <a:extLst>
              <a:ext uri="{FF2B5EF4-FFF2-40B4-BE49-F238E27FC236}">
                <a16:creationId xmlns:a16="http://schemas.microsoft.com/office/drawing/2014/main" id="{90749427-D5D6-070C-871F-BBDCE58672DD}"/>
              </a:ext>
            </a:extLst>
          </p:cNvPr>
          <p:cNvCxnSpPr>
            <a:cxnSpLocks/>
            <a:stCxn id="5" idx="2"/>
            <a:endCxn id="4" idx="2"/>
          </p:cNvCxnSpPr>
          <p:nvPr/>
        </p:nvCxnSpPr>
        <p:spPr>
          <a:xfrm rot="10800000">
            <a:off x="6539593" y="2003179"/>
            <a:ext cx="12700" cy="2137045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 : en arc 8">
            <a:extLst>
              <a:ext uri="{FF2B5EF4-FFF2-40B4-BE49-F238E27FC236}">
                <a16:creationId xmlns:a16="http://schemas.microsoft.com/office/drawing/2014/main" id="{2693B5BB-AFA6-48B9-9821-F277E1F8F3CD}"/>
              </a:ext>
            </a:extLst>
          </p:cNvPr>
          <p:cNvCxnSpPr>
            <a:cxnSpLocks/>
            <a:stCxn id="4" idx="6"/>
            <a:endCxn id="5" idx="6"/>
          </p:cNvCxnSpPr>
          <p:nvPr/>
        </p:nvCxnSpPr>
        <p:spPr>
          <a:xfrm>
            <a:off x="7518794" y="2003178"/>
            <a:ext cx="12700" cy="2137045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712F481B-A7D1-E10D-5ADC-CAB3277A9B28}"/>
              </a:ext>
            </a:extLst>
          </p:cNvPr>
          <p:cNvSpPr txBox="1"/>
          <p:nvPr/>
        </p:nvSpPr>
        <p:spPr>
          <a:xfrm>
            <a:off x="7885793" y="2508202"/>
            <a:ext cx="1652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tx1"/>
                </a:solidFill>
              </a:rPr>
              <a:t>emet_car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(commande)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40A8B7F-FF08-07AD-4BC1-3A46EFA4AE14}"/>
              </a:ext>
            </a:extLst>
          </p:cNvPr>
          <p:cNvSpPr txBox="1"/>
          <p:nvPr/>
        </p:nvSpPr>
        <p:spPr>
          <a:xfrm>
            <a:off x="4974189" y="2471961"/>
            <a:ext cx="1652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tx1"/>
                </a:solidFill>
              </a:rPr>
              <a:t>reçoit_car</a:t>
            </a:r>
            <a:r>
              <a:rPr lang="fr-FR" dirty="0">
                <a:solidFill>
                  <a:schemeClr val="tx1"/>
                </a:solidFill>
              </a:rPr>
              <a:t> () </a:t>
            </a:r>
          </a:p>
          <a:p>
            <a:r>
              <a:rPr lang="fr-FR" dirty="0">
                <a:solidFill>
                  <a:schemeClr val="tx1"/>
                </a:solidFill>
              </a:rPr>
              <a:t>Ex : date…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10203B4-0F48-1325-1E50-48A07A1E81F7}"/>
              </a:ext>
            </a:extLst>
          </p:cNvPr>
          <p:cNvSpPr txBox="1"/>
          <p:nvPr/>
        </p:nvSpPr>
        <p:spPr>
          <a:xfrm>
            <a:off x="145565" y="4669971"/>
            <a:ext cx="49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 txBox="1">
            <a:spLocks noGrp="1"/>
          </p:cNvSpPr>
          <p:nvPr>
            <p:ph type="title"/>
          </p:nvPr>
        </p:nvSpPr>
        <p:spPr>
          <a:xfrm>
            <a:off x="960965" y="1851130"/>
            <a:ext cx="3507572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/>
              <a:t>Routine d’interruption</a:t>
            </a:r>
            <a:endParaRPr sz="2000" dirty="0"/>
          </a:p>
        </p:txBody>
      </p:sp>
      <p:sp>
        <p:nvSpPr>
          <p:cNvPr id="396" name="Google Shape;396;p33"/>
          <p:cNvSpPr txBox="1">
            <a:spLocks noGrp="1"/>
          </p:cNvSpPr>
          <p:nvPr>
            <p:ph type="title" idx="2"/>
          </p:nvPr>
        </p:nvSpPr>
        <p:spPr>
          <a:xfrm>
            <a:off x="963793" y="326632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397" name="Google Shape;3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010" y="1552461"/>
            <a:ext cx="897325" cy="415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1353" y="644225"/>
            <a:ext cx="62033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6708" y="-277737"/>
            <a:ext cx="1729623" cy="172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0009" y="2385951"/>
            <a:ext cx="482691" cy="329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7934" y="975209"/>
            <a:ext cx="1297475" cy="12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99;p33">
            <a:extLst>
              <a:ext uri="{FF2B5EF4-FFF2-40B4-BE49-F238E27FC236}">
                <a16:creationId xmlns:a16="http://schemas.microsoft.com/office/drawing/2014/main" id="{E81843D6-45FA-1DA0-C3EB-7A636746015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6542" y="1552461"/>
            <a:ext cx="1729623" cy="172962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19ACC63-9E71-C9E6-0437-6EB22BF761A4}"/>
              </a:ext>
            </a:extLst>
          </p:cNvPr>
          <p:cNvSpPr txBox="1"/>
          <p:nvPr/>
        </p:nvSpPr>
        <p:spPr>
          <a:xfrm>
            <a:off x="145565" y="4669971"/>
            <a:ext cx="49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49223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708" y="792025"/>
            <a:ext cx="62033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139" y="143375"/>
            <a:ext cx="1297475" cy="129682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2F0A3F7-0932-861E-2928-5B87700A007D}"/>
              </a:ext>
            </a:extLst>
          </p:cNvPr>
          <p:cNvSpPr/>
          <p:nvPr/>
        </p:nvSpPr>
        <p:spPr>
          <a:xfrm>
            <a:off x="2408464" y="690466"/>
            <a:ext cx="1677289" cy="318407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62512E7-030B-B69B-5F49-8B80F770F75E}"/>
              </a:ext>
            </a:extLst>
          </p:cNvPr>
          <p:cNvSpPr txBox="1"/>
          <p:nvPr/>
        </p:nvSpPr>
        <p:spPr>
          <a:xfrm>
            <a:off x="2598370" y="808391"/>
            <a:ext cx="1297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>
                    <a:lumMod val="50000"/>
                  </a:schemeClr>
                </a:solidFill>
                <a:latin typeface="Bell MT" panose="02020503060305020303" pitchFamily="18" charset="0"/>
              </a:rPr>
              <a:t>Objectif final 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7DCAED3F-6375-97C9-2CAB-12938BF8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808391"/>
            <a:ext cx="3999900" cy="551018"/>
          </a:xfrm>
        </p:spPr>
        <p:txBody>
          <a:bodyPr/>
          <a:lstStyle/>
          <a:p>
            <a:pPr algn="ctr"/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Cette routine est codée en c par cette fonction : </a:t>
            </a:r>
            <a:b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fr-F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interrupt</a:t>
            </a:r>
            <a:r>
              <a:rPr lang="fr-F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traitement_it</a:t>
            </a:r>
            <a:endParaRPr lang="fr-FR" sz="1400" dirty="0"/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546E3E16-E4E8-2ECE-2496-A8B8B2C10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5025" y="1584124"/>
            <a:ext cx="3814382" cy="2408211"/>
          </a:xfrm>
        </p:spPr>
        <p:txBody>
          <a:bodyPr/>
          <a:lstStyle/>
          <a:p>
            <a:pPr marL="15240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·  INTF : c’est un flag qui indique qu'une interruption externe s'est produite.</a:t>
            </a:r>
            <a:endParaRPr lang="fr-FR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5240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·  INTE est un bit qui permet ou désactive les interruptions externes.</a:t>
            </a:r>
            <a:endParaRPr lang="fr-FR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5240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La fonction vérifie si l’interruption externe  est déclenchée ou pas. Si oui elle affiche les deux prochaines informations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5B96051-A5A4-EE70-10B4-601E8D0EE1B1}"/>
              </a:ext>
            </a:extLst>
          </p:cNvPr>
          <p:cNvSpPr txBox="1"/>
          <p:nvPr/>
        </p:nvSpPr>
        <p:spPr>
          <a:xfrm>
            <a:off x="2598370" y="1446021"/>
            <a:ext cx="12974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fr-FR" sz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fficher deux données à la fois sur l’écran. </a:t>
            </a:r>
          </a:p>
          <a:p>
            <a:r>
              <a:rPr lang="fr-FR" sz="12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 utilisant un appui sur le bouton poussoir RB0 on passe de deux informations à</a:t>
            </a:r>
            <a:r>
              <a:rPr lang="fr-FR" sz="12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d’autres.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7C15A37-B788-F3FA-8756-8667922462C9}"/>
              </a:ext>
            </a:extLst>
          </p:cNvPr>
          <p:cNvSpPr txBox="1"/>
          <p:nvPr/>
        </p:nvSpPr>
        <p:spPr>
          <a:xfrm>
            <a:off x="145565" y="4669971"/>
            <a:ext cx="491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CD108F7-2F09-F96D-E8F8-391C57544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685" y="117599"/>
            <a:ext cx="3999900" cy="1139100"/>
          </a:xfrm>
        </p:spPr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4" name="Google Shape;396;p33">
            <a:extLst>
              <a:ext uri="{FF2B5EF4-FFF2-40B4-BE49-F238E27FC236}">
                <a16:creationId xmlns:a16="http://schemas.microsoft.com/office/drawing/2014/main" id="{899864A5-95EC-8201-20A0-F97A7DFE38A3}"/>
              </a:ext>
            </a:extLst>
          </p:cNvPr>
          <p:cNvSpPr txBox="1">
            <a:spLocks/>
          </p:cNvSpPr>
          <p:nvPr/>
        </p:nvSpPr>
        <p:spPr>
          <a:xfrm>
            <a:off x="229185" y="77242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600" b="1" dirty="0">
                <a:solidFill>
                  <a:schemeClr val="tx1"/>
                </a:solidFill>
                <a:latin typeface="IBM Plex Mono Medium" panose="020B0609050203000203" pitchFamily="49" charset="0"/>
              </a:rPr>
              <a:t>05</a:t>
            </a:r>
          </a:p>
        </p:txBody>
      </p:sp>
      <p:pic>
        <p:nvPicPr>
          <p:cNvPr id="6" name="Image 5" descr="Une image contenant texte, capture d’écran, nombre, Police&#10;&#10;Description générée automatiquement">
            <a:extLst>
              <a:ext uri="{FF2B5EF4-FFF2-40B4-BE49-F238E27FC236}">
                <a16:creationId xmlns:a16="http://schemas.microsoft.com/office/drawing/2014/main" id="{CCF33BF4-9254-ED3D-51EF-A4D111A9E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85" y="1560065"/>
            <a:ext cx="5107358" cy="3199653"/>
          </a:xfrm>
          <a:prstGeom prst="rect">
            <a:avLst/>
          </a:prstGeom>
        </p:spPr>
      </p:pic>
      <p:pic>
        <p:nvPicPr>
          <p:cNvPr id="8" name="Image 7" descr="Une image contenant texte, Appareils électroniques, compteur&#10;&#10;Description générée automatiquement">
            <a:extLst>
              <a:ext uri="{FF2B5EF4-FFF2-40B4-BE49-F238E27FC236}">
                <a16:creationId xmlns:a16="http://schemas.microsoft.com/office/drawing/2014/main" id="{35956017-CDFB-F884-D651-2F5AD7F83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932" y="1897722"/>
            <a:ext cx="3822068" cy="198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19997"/>
      </p:ext>
    </p:extLst>
  </p:cSld>
  <p:clrMapOvr>
    <a:masterClrMapping/>
  </p:clrMapOvr>
</p:sld>
</file>

<file path=ppt/theme/theme1.xml><?xml version="1.0" encoding="utf-8"?>
<a:theme xmlns:a="http://schemas.openxmlformats.org/drawingml/2006/main" name="Satellite Antenna Installation Project Proposal by Slidesgo">
  <a:themeElements>
    <a:clrScheme name="Simple Light">
      <a:dk1>
        <a:srgbClr val="FFFFFF"/>
      </a:dk1>
      <a:lt1>
        <a:srgbClr val="051536"/>
      </a:lt1>
      <a:dk2>
        <a:srgbClr val="0C6863"/>
      </a:dk2>
      <a:lt2>
        <a:srgbClr val="00DEC0"/>
      </a:lt2>
      <a:accent1>
        <a:srgbClr val="6B1523"/>
      </a:accent1>
      <a:accent2>
        <a:srgbClr val="A7172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305</Words>
  <Application>Microsoft Office PowerPoint</Application>
  <PresentationFormat>Affichage à l'écran (16:9)</PresentationFormat>
  <Paragraphs>85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5" baseType="lpstr">
      <vt:lpstr>Anaheim</vt:lpstr>
      <vt:lpstr>Raleway</vt:lpstr>
      <vt:lpstr>Arial</vt:lpstr>
      <vt:lpstr>PT Sans</vt:lpstr>
      <vt:lpstr>Wingdings</vt:lpstr>
      <vt:lpstr>Calibri</vt:lpstr>
      <vt:lpstr>Bell MT</vt:lpstr>
      <vt:lpstr>Actor</vt:lpstr>
      <vt:lpstr>Nunito Light</vt:lpstr>
      <vt:lpstr>Aptos</vt:lpstr>
      <vt:lpstr>IBM Plex Mono Medium</vt:lpstr>
      <vt:lpstr>Satellite Antenna Installation Project Proposal by Slidesgo</vt:lpstr>
      <vt:lpstr>Projet microcontrôleur:  GPS</vt:lpstr>
      <vt:lpstr>Introduction :  Le GPS</vt:lpstr>
      <vt:lpstr>Sommaire</vt:lpstr>
      <vt:lpstr>Initialisation de la communication série </vt:lpstr>
      <vt:lpstr>Présentation PowerPoint</vt:lpstr>
      <vt:lpstr>Fonctions :  void init_liaison_serie(void)</vt:lpstr>
      <vt:lpstr>Fonction de communication </vt:lpstr>
      <vt:lpstr>Présentation PowerPoint</vt:lpstr>
      <vt:lpstr>Module GPS</vt:lpstr>
      <vt:lpstr>init_gps_mode_smart</vt:lpstr>
      <vt:lpstr>Routine d’interruption</vt:lpstr>
      <vt:lpstr>Cette routine est codée en c par cette fonction :  interrupt traitement_it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t.sinacer.ista@univ-boumerdes.dz</cp:lastModifiedBy>
  <cp:revision>2</cp:revision>
  <dcterms:modified xsi:type="dcterms:W3CDTF">2024-06-18T05:28:11Z</dcterms:modified>
</cp:coreProperties>
</file>